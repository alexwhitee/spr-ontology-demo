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>
      <p:cViewPr varScale="1">
        <p:scale>
          <a:sx n="118" d="100"/>
          <a:sy n="118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E823-8446-29CF-1127-52DAB27AF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FBAA2-5DDA-A616-BB96-AA362AEC7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15920-8565-73E4-F9C7-2C2FDD92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1FC3-8C9B-6DC0-6C51-948EA1B7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B78C0-72A3-FB8D-3289-05143270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2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52CA-3FD6-5918-CCA8-5D2A1431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C244-C77A-C0EA-BBD6-177F12B3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3280-20F5-1748-43C7-E74355FD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AF00-9F41-0C23-84CD-18E7F91E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51DD-FA19-0CCF-A115-3AE6C612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DAE9-B25B-9D03-9742-3ED31879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1FEA3-731D-085E-B416-D30BCBD19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EBDD-465C-D0B4-4DD3-DE710347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BFF2D-E56D-0BCF-D5F8-B04FFC27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EA31-F338-6B6C-7CAE-58F2BA69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3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DB56-1711-D75C-D013-1532BDC2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32DDB-8EFC-77D1-3A3E-1F3939424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CBCA-45FE-7F7B-2074-8B8010DCF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EC0D8-4AB4-D3FB-9CC7-58E4EE41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7F692-30D0-527F-07C0-5AB6B6A9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568DE-B9AB-E531-3653-37CDA001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6FA4-7E9B-40D4-3BDF-F9D22419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44770-75DB-750A-A8F3-C531013D3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41EAB-87AA-A28B-1D87-79C68D8A0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70BA1-173B-EC1F-64EA-57DE3849F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DC74B-6A0F-A962-806A-E00C25B07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F9124-8721-4481-13EA-4E76D1A3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867A4-8C35-6B89-0F11-40B7328C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F9A92-1653-14B6-F0E7-BB1828B7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1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C822-BAD3-43A0-1333-8ADED420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59D37-AAC4-D698-F844-E0DC3FF5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D177C-F3B5-E9D9-23C7-98FE0A37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57B85-16D5-0032-B1D2-C8D24738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8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2B24B-3F7D-1725-6023-9E5547C4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B3211-077D-734A-10BF-2FF12A40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B3B1D-77FE-FAC6-0A8D-DB129718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1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FB3C-07E3-443E-A1B7-EAC8ED16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AB61-54D1-3162-E6EA-ED897F634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644DB-FD0E-0FAE-7218-FC9165E53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61357-21E8-7DE7-7023-8DCCB754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6ED05-1F6A-C4E6-583A-0B09DD7F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501F6-01E1-C7F1-5C76-EEB5DF7E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4A53-6B69-561D-B099-8519402F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03F64-C6C9-36AB-F7C8-CB856A1B4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4149E-4B4C-3768-8689-4C85F3FD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A8F20-7005-3FC9-AB72-2A9F3205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FDB95-F631-FA16-586E-E4C735B8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0D90F-9E4A-7096-6649-47AD241D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7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043B-F1BF-5B94-7800-D1D12180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6B732-FC9B-6833-D582-9606493E5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8908B-265A-1771-3FF6-12946743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3E50-1921-8B5C-76D7-55498AD0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19483-F27C-4650-201F-B0F77E13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2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1B709-8F48-6D77-90FC-42BEBA01D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3F408-A415-99D6-6B83-1D2D914C0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169E1-DAC0-23B1-CE52-AA2C94FA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71919-3887-3903-A680-E924858D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493A-6CE4-E73C-B677-249F26F2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7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E5310-93BD-C65C-EA5E-C92452970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F9B63-96BE-F5ED-A218-E4D0F55D2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E7081-E8F1-60F4-16CE-6F93A7589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951B0-AD55-7849-B8CA-0C04AEF8CBBE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120AB-E9A7-67BB-605F-4D930156C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F9F0F-6196-1522-155F-43EA8446F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A02A-7BEC-9047-992D-D6CB257E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8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A296-16D7-81A7-51BE-6641DEEEB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18B40-95B6-DC57-DA2F-3B7365F43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9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Chaidez</dc:creator>
  <cp:lastModifiedBy>Christian Chaidez</cp:lastModifiedBy>
  <cp:revision>1</cp:revision>
  <dcterms:created xsi:type="dcterms:W3CDTF">2024-06-30T19:54:36Z</dcterms:created>
  <dcterms:modified xsi:type="dcterms:W3CDTF">2024-06-30T19:54:52Z</dcterms:modified>
</cp:coreProperties>
</file>